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6" r:id="rId10"/>
    <p:sldId id="263" r:id="rId11"/>
    <p:sldId id="267" r:id="rId12"/>
    <p:sldId id="264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7477" y="1992773"/>
            <a:ext cx="7772400" cy="1470025"/>
          </a:xfrm>
        </p:spPr>
        <p:txBody>
          <a:bodyPr>
            <a:normAutofit/>
          </a:bodyPr>
          <a:lstStyle/>
          <a:p>
            <a:r>
              <a:rPr lang="en-US" sz="2800" b="1" dirty="0"/>
              <a:t>Project Title</a:t>
            </a:r>
            <a:r>
              <a:rPr lang="en-US" sz="2800" dirty="0"/>
              <a:t>: </a:t>
            </a:r>
            <a:r>
              <a:rPr sz="2800" b="1" dirty="0"/>
              <a:t>Customer Segmentation</a:t>
            </a:r>
            <a:r>
              <a:rPr lang="en-US" sz="2800" b="1" dirty="0"/>
              <a:t> using K-Means</a:t>
            </a:r>
            <a:r>
              <a:rPr sz="2800" b="1" dirty="0"/>
              <a:t> </a:t>
            </a:r>
          </a:p>
        </p:txBody>
      </p:sp>
      <p:pic>
        <p:nvPicPr>
          <p:cNvPr id="4" name="Picture 3" descr="ffb094e1-0ad8-4a96-897f-0c0b3d7569ce_20251130_782446021962777924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91440"/>
            <a:ext cx="1188720" cy="917280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0C1E9DD-3A97-0E78-886D-F03DE2BA16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0486581"/>
              </p:ext>
            </p:extLst>
          </p:nvPr>
        </p:nvGraphicFramePr>
        <p:xfrm>
          <a:off x="1140542" y="3870960"/>
          <a:ext cx="6096000" cy="2219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4203461901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43778832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Aravind V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1RV22CD011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81837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Likhith A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1RV22CD027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87823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K Sai Chetan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1RV23CD404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38496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Vaibhav TL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1RV22IS075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02943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Anjan Babu KN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1RV23CD400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21340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Vikas AL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1RV23CY405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964718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0D4B7BB-724E-6DFE-7251-D7EFDBD5F5CC}"/>
              </a:ext>
            </a:extLst>
          </p:cNvPr>
          <p:cNvSpPr txBox="1"/>
          <p:nvPr/>
        </p:nvSpPr>
        <p:spPr>
          <a:xfrm>
            <a:off x="1288027" y="1008719"/>
            <a:ext cx="56240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0070C0"/>
                </a:solidFill>
              </a:rPr>
              <a:t>WEBPOISE INTERNSHIP</a:t>
            </a:r>
            <a:endParaRPr lang="en-IN" sz="4000" b="1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Customer segmentation is a key marketing strategy used to identify unique customer groups.</a:t>
            </a:r>
          </a:p>
          <a:p>
            <a:r>
              <a:rPr dirty="0"/>
              <a:t>This project applies K-Means clustering on the Mall Customers dataset to categorize customers</a:t>
            </a:r>
            <a:r>
              <a:rPr lang="en-GB" dirty="0"/>
              <a:t>.</a:t>
            </a:r>
            <a:endParaRPr dirty="0"/>
          </a:p>
          <a:p>
            <a:r>
              <a:rPr lang="en-GB" dirty="0"/>
              <a:t>B</a:t>
            </a:r>
            <a:r>
              <a:rPr dirty="0" err="1"/>
              <a:t>ased</a:t>
            </a:r>
            <a:r>
              <a:rPr dirty="0"/>
              <a:t> on Annual Income and Spending Score.</a:t>
            </a:r>
          </a:p>
        </p:txBody>
      </p:sp>
      <p:pic>
        <p:nvPicPr>
          <p:cNvPr id="4" name="Picture 3" descr="ffb094e1-0ad8-4a96-897f-0c0b3d7569ce_20251130_782446021962777924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91440"/>
            <a:ext cx="1188720" cy="9172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Understand customer characteristics</a:t>
            </a:r>
            <a:r>
              <a:rPr lang="en-GB" dirty="0"/>
              <a:t>.</a:t>
            </a:r>
            <a:endParaRPr dirty="0"/>
          </a:p>
          <a:p>
            <a:r>
              <a:rPr dirty="0"/>
              <a:t> Identify meaningful customer clusters</a:t>
            </a:r>
            <a:r>
              <a:rPr lang="en-GB" dirty="0"/>
              <a:t>.</a:t>
            </a:r>
            <a:endParaRPr dirty="0"/>
          </a:p>
          <a:p>
            <a:r>
              <a:rPr dirty="0"/>
              <a:t> Use the Elbow Method to determine optimal</a:t>
            </a:r>
            <a:r>
              <a:rPr lang="en-GB" dirty="0"/>
              <a:t>           </a:t>
            </a:r>
          </a:p>
          <a:p>
            <a:pPr>
              <a:buNone/>
            </a:pPr>
            <a:r>
              <a:rPr dirty="0"/>
              <a:t> </a:t>
            </a:r>
            <a:r>
              <a:rPr lang="en-GB" dirty="0"/>
              <a:t>    </a:t>
            </a:r>
            <a:r>
              <a:rPr dirty="0"/>
              <a:t>cluster count</a:t>
            </a:r>
            <a:r>
              <a:rPr lang="en-GB" dirty="0"/>
              <a:t>.</a:t>
            </a:r>
            <a:endParaRPr dirty="0"/>
          </a:p>
          <a:p>
            <a:r>
              <a:rPr dirty="0"/>
              <a:t> Provide business insights to improve decision</a:t>
            </a:r>
            <a:r>
              <a:rPr lang="en-GB" dirty="0"/>
              <a:t>              </a:t>
            </a:r>
          </a:p>
          <a:p>
            <a:pPr>
              <a:buNone/>
            </a:pPr>
            <a:r>
              <a:rPr lang="en-GB" dirty="0"/>
              <a:t>     </a:t>
            </a:r>
            <a:r>
              <a:rPr dirty="0"/>
              <a:t>making</a:t>
            </a:r>
            <a:r>
              <a:rPr lang="en-GB" dirty="0"/>
              <a:t>.</a:t>
            </a:r>
            <a:endParaRPr dirty="0"/>
          </a:p>
          <a:p>
            <a:endParaRPr dirty="0"/>
          </a:p>
        </p:txBody>
      </p:sp>
      <p:pic>
        <p:nvPicPr>
          <p:cNvPr id="4" name="Picture 3" descr="ffb094e1-0ad8-4a96-897f-0c0b3d7569ce_20251130_782446021962777924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91440"/>
            <a:ext cx="1188720" cy="9172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1. Load and clean dataset</a:t>
            </a:r>
          </a:p>
          <a:p>
            <a:r>
              <a:rPr dirty="0"/>
              <a:t>2. Perform exploratory data analysis</a:t>
            </a:r>
          </a:p>
          <a:p>
            <a:r>
              <a:rPr dirty="0"/>
              <a:t>3. Apply K-Means clustering</a:t>
            </a:r>
          </a:p>
          <a:p>
            <a:r>
              <a:rPr dirty="0"/>
              <a:t>4. Evaluate cluster count using Elbow Method</a:t>
            </a:r>
          </a:p>
          <a:p>
            <a:r>
              <a:rPr dirty="0"/>
              <a:t>5. Visualize and interpret customer clusters</a:t>
            </a:r>
          </a:p>
          <a:p>
            <a:endParaRPr dirty="0"/>
          </a:p>
        </p:txBody>
      </p:sp>
      <p:pic>
        <p:nvPicPr>
          <p:cNvPr id="4" name="Picture 3" descr="ffb094e1-0ad8-4a96-897f-0c0b3d7569ce_20251130_782446021962777924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91440"/>
            <a:ext cx="1188720" cy="9172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Workflow Diagram</a:t>
            </a:r>
          </a:p>
        </p:txBody>
      </p:sp>
      <p:pic>
        <p:nvPicPr>
          <p:cNvPr id="4" name="Picture 3" descr="ffb094e1-0ad8-4a96-897f-0c0b3d7569ce_20251130_782446021962777924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91440"/>
            <a:ext cx="1188720" cy="91728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09A0DA7-D4B7-9DB7-2D60-8BCD381F59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6013" y="1417638"/>
            <a:ext cx="5476568" cy="5014759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98268"/>
            <a:ext cx="8229600" cy="901931"/>
          </a:xfrm>
        </p:spPr>
        <p:txBody>
          <a:bodyPr/>
          <a:lstStyle/>
          <a:p>
            <a:r>
              <a:t>Detailed Process Explanation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t>Data cleaning removes missing or inconsistent values to ensure accuracy.</a:t>
            </a:r>
          </a:p>
          <a:p>
            <a:r>
              <a:t>Feature analysis helps understand distributions of age, gender, income, and spending score.</a:t>
            </a:r>
          </a:p>
          <a:p>
            <a:r>
              <a:t>K-Means groups customers by minimizing intra-cluster distances.</a:t>
            </a:r>
          </a:p>
          <a:p>
            <a:r>
              <a:t>Elbow Method helps avoid overfitting by selecting optimal K.</a:t>
            </a:r>
          </a:p>
          <a:p>
            <a:r>
              <a:t>Visualizations help businesses quickly identify high-value customer segments.</a:t>
            </a:r>
          </a:p>
          <a:p>
            <a:endParaRPr/>
          </a:p>
        </p:txBody>
      </p:sp>
      <p:pic>
        <p:nvPicPr>
          <p:cNvPr id="4" name="Picture 3" descr="ffb094e1-0ad8-4a96-897f-0c0b3d7569ce_20251130_782446021962777924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91440"/>
            <a:ext cx="1188720" cy="9172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Dataset prepared and cleaned successfully.</a:t>
            </a:r>
          </a:p>
          <a:p>
            <a:r>
              <a:rPr dirty="0"/>
              <a:t>Optimal clusters identified using Elbow Method.</a:t>
            </a:r>
          </a:p>
          <a:p>
            <a:r>
              <a:rPr dirty="0"/>
              <a:t>Customer profiles created: High-income high-spending, mid-tier, low-spending groups.</a:t>
            </a:r>
          </a:p>
          <a:p>
            <a:r>
              <a:rPr dirty="0"/>
              <a:t>Helps companies target premium customers and personalize offers.</a:t>
            </a:r>
          </a:p>
          <a:p>
            <a:endParaRPr dirty="0"/>
          </a:p>
        </p:txBody>
      </p:sp>
      <p:pic>
        <p:nvPicPr>
          <p:cNvPr id="4" name="Picture 3" descr="ffb094e1-0ad8-4a96-897f-0c0b3d7569ce_20251130_782446021962777924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91440"/>
            <a:ext cx="1188720" cy="9172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4D1F58-7F18-D6CD-6096-D501CEA7A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Visuals of Results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167B179-BE1C-B508-B2B7-344DBFD886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90612" y="1600200"/>
            <a:ext cx="5962776" cy="4525963"/>
          </a:xfrm>
        </p:spPr>
      </p:pic>
    </p:spTree>
    <p:extLst>
      <p:ext uri="{BB962C8B-B14F-4D97-AF65-F5344CB8AC3E}">
        <p14:creationId xmlns:p14="http://schemas.microsoft.com/office/powerpoint/2010/main" val="39329204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7A715-37A1-26C6-0D87-C4C01045B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Visuals of Results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891F9F8-9229-A99E-C523-35660149F0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90395" y="1600200"/>
            <a:ext cx="5773275" cy="4525963"/>
          </a:xfrm>
        </p:spPr>
      </p:pic>
    </p:spTree>
    <p:extLst>
      <p:ext uri="{BB962C8B-B14F-4D97-AF65-F5344CB8AC3E}">
        <p14:creationId xmlns:p14="http://schemas.microsoft.com/office/powerpoint/2010/main" val="15332200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High spenders can be targeted with loyalty programs.</a:t>
            </a:r>
          </a:p>
          <a:p>
            <a:r>
              <a:t>Low spenders may need discounts or personalized offers.</a:t>
            </a:r>
          </a:p>
          <a:p>
            <a:r>
              <a:t>High-income low-spending customers are potential growth opportunities.</a:t>
            </a:r>
          </a:p>
          <a:p>
            <a:r>
              <a:t>Segmentation improves ROI for marketing campaigns.</a:t>
            </a:r>
          </a:p>
          <a:p>
            <a:endParaRPr/>
          </a:p>
        </p:txBody>
      </p:sp>
      <p:pic>
        <p:nvPicPr>
          <p:cNvPr id="4" name="Picture 3" descr="ffb094e1-0ad8-4a96-897f-0c0b3d7569ce_20251130_782446021962777924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91440"/>
            <a:ext cx="1188720" cy="9172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A5543-FB4B-1574-4C47-62F2F9EBF8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Visuals of Results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2DDF8A6-57EB-3F6C-8C18-810950A90B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65201" y="1600200"/>
            <a:ext cx="5613597" cy="4525963"/>
          </a:xfrm>
        </p:spPr>
      </p:pic>
    </p:spTree>
    <p:extLst>
      <p:ext uri="{BB962C8B-B14F-4D97-AF65-F5344CB8AC3E}">
        <p14:creationId xmlns:p14="http://schemas.microsoft.com/office/powerpoint/2010/main" val="2776857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Customer segmentation helps businesses understand their audience.</a:t>
            </a:r>
          </a:p>
          <a:p>
            <a:r>
              <a:t>K-Means provides a simple yet effective way to identify meaningful groups.</a:t>
            </a:r>
          </a:p>
          <a:p>
            <a:r>
              <a:t>The insights gained can significantly enhance marketing and sales strategies.</a:t>
            </a:r>
          </a:p>
        </p:txBody>
      </p:sp>
      <p:pic>
        <p:nvPicPr>
          <p:cNvPr id="4" name="Picture 3" descr="ffb094e1-0ad8-4a96-897f-0c0b3d7569ce_20251130_782446021962777924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91440"/>
            <a:ext cx="1188720" cy="9172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304</Words>
  <Application>Microsoft Office PowerPoint</Application>
  <PresentationFormat>On-screen Show (4:3)</PresentationFormat>
  <Paragraphs>55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Project Title: Customer Segmentation using K-Means </vt:lpstr>
      <vt:lpstr>Introduction</vt:lpstr>
      <vt:lpstr>Objectives</vt:lpstr>
      <vt:lpstr>Methodology</vt:lpstr>
      <vt:lpstr>Workflow Diagram</vt:lpstr>
      <vt:lpstr>Detailed Process Explanation</vt:lpstr>
      <vt:lpstr>Results</vt:lpstr>
      <vt:lpstr>Visuals of Results</vt:lpstr>
      <vt:lpstr>Visuals of Results</vt:lpstr>
      <vt:lpstr>Business Insights</vt:lpstr>
      <vt:lpstr>Visuals of Results</vt:lpstr>
      <vt:lpstr>Conclusion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Segmentation</dc:title>
  <dc:creator>lenovo</dc:creator>
  <dc:description>generated using python-pptx</dc:description>
  <cp:lastModifiedBy>Aravind Ajay</cp:lastModifiedBy>
  <cp:revision>5</cp:revision>
  <dcterms:created xsi:type="dcterms:W3CDTF">2013-01-27T09:14:16Z</dcterms:created>
  <dcterms:modified xsi:type="dcterms:W3CDTF">2025-12-01T08:40:37Z</dcterms:modified>
</cp:coreProperties>
</file>